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e148c6ef5e4b0b" /><Relationship Type="http://schemas.openxmlformats.org/officeDocument/2006/relationships/extended-properties" Target="/docProps/app.xml" Id="Rafba2d3b140a4c2d" /><Relationship Type="http://schemas.openxmlformats.org/officeDocument/2006/relationships/officeDocument" Target="/ppt/presentation.xml" Id="R688b499f7d5445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47782b22c84867"/>
  </p:sldMasterIdLst>
  <p:notesMasterIdLst>
    <p:notesMasterId xmlns:r="http://schemas.openxmlformats.org/officeDocument/2006/relationships" r:id="R869d1a26b8454c9c"/>
  </p:notesMasterIdLst>
  <p:sldIdLst>
    <p:sldId xmlns:r="http://schemas.openxmlformats.org/officeDocument/2006/relationships" id="256" r:id="R15111b7c52ec441e"/>
    <p:sldId xmlns:r="http://schemas.openxmlformats.org/officeDocument/2006/relationships" id="257" r:id="R340f3024791d4e67"/>
    <p:sldId xmlns:r="http://schemas.openxmlformats.org/officeDocument/2006/relationships" id="258" r:id="Re9adb36f18204c9f"/>
    <p:sldId xmlns:r="http://schemas.openxmlformats.org/officeDocument/2006/relationships" id="259" r:id="Rbdc1c34baad84316"/>
    <p:sldId xmlns:r="http://schemas.openxmlformats.org/officeDocument/2006/relationships" id="260" r:id="R3ea4eb38780848b1"/>
    <p:sldId xmlns:r="http://schemas.openxmlformats.org/officeDocument/2006/relationships" id="261" r:id="R5b417566488a4318"/>
    <p:sldId xmlns:r="http://schemas.openxmlformats.org/officeDocument/2006/relationships" id="262" r:id="R29e2ae7a537648b2"/>
    <p:sldId xmlns:r="http://schemas.openxmlformats.org/officeDocument/2006/relationships" id="263" r:id="R9d239672058f4604"/>
    <p:sldId xmlns:r="http://schemas.openxmlformats.org/officeDocument/2006/relationships" id="264" r:id="R77caa5187a1c4133"/>
    <p:sldId xmlns:r="http://schemas.openxmlformats.org/officeDocument/2006/relationships" id="265" r:id="R70c5e5230ab748c2"/>
    <p:sldId xmlns:r="http://schemas.openxmlformats.org/officeDocument/2006/relationships" id="266" r:id="R787dfc4778b24f37"/>
    <p:sldId xmlns:r="http://schemas.openxmlformats.org/officeDocument/2006/relationships" id="267" r:id="R974ef43bfc2c46cc"/>
    <p:sldId xmlns:r="http://schemas.openxmlformats.org/officeDocument/2006/relationships" id="268" r:id="R9314937e812f4d49"/>
    <p:sldId xmlns:r="http://schemas.openxmlformats.org/officeDocument/2006/relationships" id="269" r:id="Re298013f4f22474e"/>
    <p:sldId xmlns:r="http://schemas.openxmlformats.org/officeDocument/2006/relationships" id="270" r:id="Rd73968c0e09a413b"/>
    <p:sldId xmlns:r="http://schemas.openxmlformats.org/officeDocument/2006/relationships" id="271" r:id="Rc58a2fced9ab4cf0"/>
    <p:sldId xmlns:r="http://schemas.openxmlformats.org/officeDocument/2006/relationships" id="272" r:id="Rf60f6c86f0194bac"/>
    <p:sldId xmlns:r="http://schemas.openxmlformats.org/officeDocument/2006/relationships" id="273" r:id="R7b7bb16ef9164ca0"/>
    <p:sldId xmlns:r="http://schemas.openxmlformats.org/officeDocument/2006/relationships" id="274" r:id="R061d8fb348ac43f9"/>
    <p:sldId xmlns:r="http://schemas.openxmlformats.org/officeDocument/2006/relationships" id="275" r:id="Ra71d8509dbda4956"/>
    <p:sldId xmlns:r="http://schemas.openxmlformats.org/officeDocument/2006/relationships" id="276" r:id="R9d7e58194709489b"/>
    <p:sldId xmlns:r="http://schemas.openxmlformats.org/officeDocument/2006/relationships" id="277" r:id="Rd1a4ac6bb76749dc"/>
    <p:sldId xmlns:r="http://schemas.openxmlformats.org/officeDocument/2006/relationships" id="278" r:id="Rb027cf5baa7b4c51"/>
    <p:sldId xmlns:r="http://schemas.openxmlformats.org/officeDocument/2006/relationships" id="279" r:id="R2d4b2ebac54e4704"/>
    <p:sldId xmlns:r="http://schemas.openxmlformats.org/officeDocument/2006/relationships" id="280" r:id="Rad38278c0b274bff"/>
    <p:sldId xmlns:r="http://schemas.openxmlformats.org/officeDocument/2006/relationships" id="281" r:id="R78fca5e0110e40ba"/>
    <p:sldId xmlns:r="http://schemas.openxmlformats.org/officeDocument/2006/relationships" id="282" r:id="R27f949bd47914880"/>
    <p:sldId xmlns:r="http://schemas.openxmlformats.org/officeDocument/2006/relationships" id="283" r:id="R7579c5811fff4311"/>
    <p:sldId xmlns:r="http://schemas.openxmlformats.org/officeDocument/2006/relationships" id="284" r:id="Re9971632e1c74b67"/>
    <p:sldId xmlns:r="http://schemas.openxmlformats.org/officeDocument/2006/relationships" id="285" r:id="Racaf328b536a4d1e"/>
    <p:sldId xmlns:r="http://schemas.openxmlformats.org/officeDocument/2006/relationships" id="286" r:id="R176a160489b04c3b"/>
    <p:sldId xmlns:r="http://schemas.openxmlformats.org/officeDocument/2006/relationships" id="287" r:id="R1f40fdddf9b047d8"/>
    <p:sldId xmlns:r="http://schemas.openxmlformats.org/officeDocument/2006/relationships" id="288" r:id="Rae36cc8856eb47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1e7f5d87bd4a81" /><Relationship Type="http://schemas.openxmlformats.org/officeDocument/2006/relationships/slideMaster" Target="/ppt/slideMasters/slideMaster1.xml" Id="Rda47782b22c84867" /><Relationship Type="http://schemas.openxmlformats.org/officeDocument/2006/relationships/notesMaster" Target="/ppt/notesMasters/notesMaster1.xml" Id="R869d1a26b8454c9c" /><Relationship Type="http://schemas.openxmlformats.org/officeDocument/2006/relationships/presProps" Target="/ppt/presProps.xml" Id="Rbbff52f276d74c30" /><Relationship Type="http://schemas.openxmlformats.org/officeDocument/2006/relationships/tableStyles" Target="/ppt/tableStyles.xml" Id="R9e108f22be614002" /><Relationship Type="http://schemas.openxmlformats.org/officeDocument/2006/relationships/slide" Target="/ppt/slides/slide1.xml" Id="R15111b7c52ec441e" /><Relationship Type="http://schemas.openxmlformats.org/officeDocument/2006/relationships/slide" Target="/ppt/slides/slide2.xml" Id="R340f3024791d4e67" /><Relationship Type="http://schemas.openxmlformats.org/officeDocument/2006/relationships/slide" Target="/ppt/slides/slide3.xml" Id="Re9adb36f18204c9f" /><Relationship Type="http://schemas.openxmlformats.org/officeDocument/2006/relationships/slide" Target="/ppt/slides/slide4.xml" Id="Rbdc1c34baad84316" /><Relationship Type="http://schemas.openxmlformats.org/officeDocument/2006/relationships/slide" Target="/ppt/slides/slide5.xml" Id="R3ea4eb38780848b1" /><Relationship Type="http://schemas.openxmlformats.org/officeDocument/2006/relationships/slide" Target="/ppt/slides/slide6.xml" Id="R5b417566488a4318" /><Relationship Type="http://schemas.openxmlformats.org/officeDocument/2006/relationships/slide" Target="/ppt/slides/slide7.xml" Id="R29e2ae7a537648b2" /><Relationship Type="http://schemas.openxmlformats.org/officeDocument/2006/relationships/slide" Target="/ppt/slides/slide8.xml" Id="R9d239672058f4604" /><Relationship Type="http://schemas.openxmlformats.org/officeDocument/2006/relationships/slide" Target="/ppt/slides/slide9.xml" Id="R77caa5187a1c4133" /><Relationship Type="http://schemas.openxmlformats.org/officeDocument/2006/relationships/slide" Target="/ppt/slides/slide10.xml" Id="R70c5e5230ab748c2" /><Relationship Type="http://schemas.openxmlformats.org/officeDocument/2006/relationships/slide" Target="/ppt/slides/slide11.xml" Id="R787dfc4778b24f37" /><Relationship Type="http://schemas.openxmlformats.org/officeDocument/2006/relationships/slide" Target="/ppt/slides/slide12.xml" Id="R974ef43bfc2c46cc" /><Relationship Type="http://schemas.openxmlformats.org/officeDocument/2006/relationships/slide" Target="/ppt/slides/slide13.xml" Id="R9314937e812f4d49" /><Relationship Type="http://schemas.openxmlformats.org/officeDocument/2006/relationships/slide" Target="/ppt/slides/slide14.xml" Id="Re298013f4f22474e" /><Relationship Type="http://schemas.openxmlformats.org/officeDocument/2006/relationships/slide" Target="/ppt/slides/slide15.xml" Id="Rd73968c0e09a413b" /><Relationship Type="http://schemas.openxmlformats.org/officeDocument/2006/relationships/slide" Target="/ppt/slides/slide16.xml" Id="Rc58a2fced9ab4cf0" /><Relationship Type="http://schemas.openxmlformats.org/officeDocument/2006/relationships/slide" Target="/ppt/slides/slide17.xml" Id="Rf60f6c86f0194bac" /><Relationship Type="http://schemas.openxmlformats.org/officeDocument/2006/relationships/slide" Target="/ppt/slides/slide18.xml" Id="R7b7bb16ef9164ca0" /><Relationship Type="http://schemas.openxmlformats.org/officeDocument/2006/relationships/slide" Target="/ppt/slides/slide19.xml" Id="R061d8fb348ac43f9" /><Relationship Type="http://schemas.openxmlformats.org/officeDocument/2006/relationships/slide" Target="/ppt/slides/slide20.xml" Id="Ra71d8509dbda4956" /><Relationship Type="http://schemas.openxmlformats.org/officeDocument/2006/relationships/slide" Target="/ppt/slides/slide21.xml" Id="R9d7e58194709489b" /><Relationship Type="http://schemas.openxmlformats.org/officeDocument/2006/relationships/slide" Target="/ppt/slides/slide22.xml" Id="Rd1a4ac6bb76749dc" /><Relationship Type="http://schemas.openxmlformats.org/officeDocument/2006/relationships/slide" Target="/ppt/slides/slide23.xml" Id="Rb027cf5baa7b4c51" /><Relationship Type="http://schemas.openxmlformats.org/officeDocument/2006/relationships/slide" Target="/ppt/slides/slide24.xml" Id="R2d4b2ebac54e4704" /><Relationship Type="http://schemas.openxmlformats.org/officeDocument/2006/relationships/slide" Target="/ppt/slides/slide25.xml" Id="Rad38278c0b274bff" /><Relationship Type="http://schemas.openxmlformats.org/officeDocument/2006/relationships/slide" Target="/ppt/slides/slide26.xml" Id="R78fca5e0110e40ba" /><Relationship Type="http://schemas.openxmlformats.org/officeDocument/2006/relationships/slide" Target="/ppt/slides/slide27.xml" Id="R27f949bd47914880" /><Relationship Type="http://schemas.openxmlformats.org/officeDocument/2006/relationships/slide" Target="/ppt/slides/slide28.xml" Id="R7579c5811fff4311" /><Relationship Type="http://schemas.openxmlformats.org/officeDocument/2006/relationships/slide" Target="/ppt/slides/slide29.xml" Id="Re9971632e1c74b67" /><Relationship Type="http://schemas.openxmlformats.org/officeDocument/2006/relationships/slide" Target="/ppt/slides/slide30.xml" Id="Racaf328b536a4d1e" /><Relationship Type="http://schemas.openxmlformats.org/officeDocument/2006/relationships/slide" Target="/ppt/slides/slide31.xml" Id="R176a160489b04c3b" /><Relationship Type="http://schemas.openxmlformats.org/officeDocument/2006/relationships/slide" Target="/ppt/slides/slide32.xml" Id="R1f40fdddf9b047d8" /><Relationship Type="http://schemas.openxmlformats.org/officeDocument/2006/relationships/slide" Target="/ppt/slides/slide33.xml" Id="Rae36cc8856eb47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416dbe334c42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1f6661d84a419f" /><Relationship Type="http://schemas.openxmlformats.org/officeDocument/2006/relationships/notesMaster" Target="/ppt/notesMasters/notesMaster1.xml" Id="R5b4414e0a1c942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39b71758394c0e" /><Relationship Type="http://schemas.openxmlformats.org/officeDocument/2006/relationships/notesMaster" Target="/ppt/notesMasters/notesMaster1.xml" Id="R742086aaefc24c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0c03063e7a45ae" /><Relationship Type="http://schemas.openxmlformats.org/officeDocument/2006/relationships/notesMaster" Target="/ppt/notesMasters/notesMaster1.xml" Id="R6d1c22f9f0a74a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5b35ba92554a51" /><Relationship Type="http://schemas.openxmlformats.org/officeDocument/2006/relationships/notesMaster" Target="/ppt/notesMasters/notesMaster1.xml" Id="R3da89fe5959a43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b96e5d6ffa49df" /><Relationship Type="http://schemas.openxmlformats.org/officeDocument/2006/relationships/notesMaster" Target="/ppt/notesMasters/notesMaster1.xml" Id="R1110a9ddc56c46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b22f46f49f4a8b" /><Relationship Type="http://schemas.openxmlformats.org/officeDocument/2006/relationships/notesMaster" Target="/ppt/notesMasters/notesMaster1.xml" Id="R73189132fd3443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1c82deb0ec4d65" /><Relationship Type="http://schemas.openxmlformats.org/officeDocument/2006/relationships/notesMaster" Target="/ppt/notesMasters/notesMaster1.xml" Id="Rff49f3457ca94f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e717a8189c4951" /><Relationship Type="http://schemas.openxmlformats.org/officeDocument/2006/relationships/notesMaster" Target="/ppt/notesMasters/notesMaster1.xml" Id="R175091f6866349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9ac6304d9d413c" /><Relationship Type="http://schemas.openxmlformats.org/officeDocument/2006/relationships/notesMaster" Target="/ppt/notesMasters/notesMaster1.xml" Id="R9476c4befa6641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455e14e4764679" /><Relationship Type="http://schemas.openxmlformats.org/officeDocument/2006/relationships/notesMaster" Target="/ppt/notesMasters/notesMaster1.xml" Id="R86edee00607649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5f3ae402264043" /><Relationship Type="http://schemas.openxmlformats.org/officeDocument/2006/relationships/notesMaster" Target="/ppt/notesMasters/notesMaster1.xml" Id="R7b946fe0d0b74e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9f9d1ee5fd4a1b" /><Relationship Type="http://schemas.openxmlformats.org/officeDocument/2006/relationships/notesMaster" Target="/ppt/notesMasters/notesMaster1.xml" Id="Rc171171dc88b4b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d36f9806bb48ae" /><Relationship Type="http://schemas.openxmlformats.org/officeDocument/2006/relationships/notesMaster" Target="/ppt/notesMasters/notesMaster1.xml" Id="R89ec14ddcf804a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5e3f560ded485b" /><Relationship Type="http://schemas.openxmlformats.org/officeDocument/2006/relationships/notesMaster" Target="/ppt/notesMasters/notesMaster1.xml" Id="R5f0a3c2fd0234c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3ba8ee68194ba2" /><Relationship Type="http://schemas.openxmlformats.org/officeDocument/2006/relationships/notesMaster" Target="/ppt/notesMasters/notesMaster1.xml" Id="R90205dd5771048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d113212fed45bf" /><Relationship Type="http://schemas.openxmlformats.org/officeDocument/2006/relationships/notesMaster" Target="/ppt/notesMasters/notesMaster1.xml" Id="Rf5d68f5666514a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2e0d46605841c6" /><Relationship Type="http://schemas.openxmlformats.org/officeDocument/2006/relationships/notesMaster" Target="/ppt/notesMasters/notesMaster1.xml" Id="R8b4205679e8943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51e13c7379140d0" /><Relationship Type="http://schemas.openxmlformats.org/officeDocument/2006/relationships/notesMaster" Target="/ppt/notesMasters/notesMaster1.xml" Id="R8b8e9c15814a40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2bd029ceea4f9f" /><Relationship Type="http://schemas.openxmlformats.org/officeDocument/2006/relationships/notesMaster" Target="/ppt/notesMasters/notesMaster1.xml" Id="R434cab2e57f24e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e58df9a7b44d14" /><Relationship Type="http://schemas.openxmlformats.org/officeDocument/2006/relationships/notesMaster" Target="/ppt/notesMasters/notesMaster1.xml" Id="R4fd8256fc81b4e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e2c830220743c2" /><Relationship Type="http://schemas.openxmlformats.org/officeDocument/2006/relationships/notesMaster" Target="/ppt/notesMasters/notesMaster1.xml" Id="R41b24ecddc034f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1a1bede2de4c60" /><Relationship Type="http://schemas.openxmlformats.org/officeDocument/2006/relationships/notesMaster" Target="/ppt/notesMasters/notesMaster1.xml" Id="R5f50415fbbae49d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3cbd67d55044a06" /><Relationship Type="http://schemas.openxmlformats.org/officeDocument/2006/relationships/notesMaster" Target="/ppt/notesMasters/notesMaster1.xml" Id="R336383fadab64ba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1daa1363a4843ad" /><Relationship Type="http://schemas.openxmlformats.org/officeDocument/2006/relationships/notesMaster" Target="/ppt/notesMasters/notesMaster1.xml" Id="R3c2ec69730e8466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25808bbbce4e8d" /><Relationship Type="http://schemas.openxmlformats.org/officeDocument/2006/relationships/notesMaster" Target="/ppt/notesMasters/notesMaster1.xml" Id="R3348814c284d41b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3576868b0c244e7" /><Relationship Type="http://schemas.openxmlformats.org/officeDocument/2006/relationships/notesMaster" Target="/ppt/notesMasters/notesMaster1.xml" Id="Rfd0b7a648cfe4ba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7d2cd1dc4ff4340" /><Relationship Type="http://schemas.openxmlformats.org/officeDocument/2006/relationships/notesMaster" Target="/ppt/notesMasters/notesMaster1.xml" Id="R9a3f3f2d9f63481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d24fcadf9454917" /><Relationship Type="http://schemas.openxmlformats.org/officeDocument/2006/relationships/notesMaster" Target="/ppt/notesMasters/notesMaster1.xml" Id="Rfe49b24e9f55469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063781110ee4ac1" /><Relationship Type="http://schemas.openxmlformats.org/officeDocument/2006/relationships/notesMaster" Target="/ppt/notesMasters/notesMaster1.xml" Id="R2e3780ed80d4475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816978830b34090" /><Relationship Type="http://schemas.openxmlformats.org/officeDocument/2006/relationships/notesMaster" Target="/ppt/notesMasters/notesMaster1.xml" Id="Rd1b534339bf74a4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f0ff7509d594034" /><Relationship Type="http://schemas.openxmlformats.org/officeDocument/2006/relationships/notesMaster" Target="/ppt/notesMasters/notesMaster1.xml" Id="R20ae5851cde04af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f6ffc26f25b4892" /><Relationship Type="http://schemas.openxmlformats.org/officeDocument/2006/relationships/notesMaster" Target="/ppt/notesMasters/notesMaster1.xml" Id="R700d896ca6394d9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55b7a8acb624633" /><Relationship Type="http://schemas.openxmlformats.org/officeDocument/2006/relationships/notesMaster" Target="/ppt/notesMasters/notesMaster1.xml" Id="R020ac9db30d244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Microsoft Learn – Lambda expressions, LINQ, .NET Regular Expressions; Tutorialspoint – C# Regular Expressions.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https://learn.microsoft.com/en-us/dotnet/csharp/programming-guide/delegates/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https://learn.microsoft.com/en-us/dotnet/csharp/language-reference/operators/lambda-expressions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https://learn.microsoft.com/en-us/dotnet/csharp/language-reference/operators/lambda-expressions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https://learn.microsoft.com/en-us/dotnet/csharp/language-reference/operators/lambda-expressions#capture-of-outer-variables-and-variable-scope-in-lambda-expressions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https://learn.microsoft.com/en-us/dotnet/csharp/linq/get-started/query-expression-basics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https://learn.microsoft.com/en-us/dotnet/api/system.linq.enumerable.where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https://learn.microsoft.com/en-us/dotnet/api/system.linq.enumerable.select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https://learn.microsoft.com/en-us/dotnet/api/system.linq.enumerable.orderby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https://learn.microsoft.com/en-us/dotnet/csharp/linq/standard-query-operators/grouping-data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https://learn.microsoft.com/en-us/dotnet/standard/linq/deferred-execution-lazy-evaluation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https://learn.microsoft.com/en-us/dotnet/standard/base-types/regular-expressions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https://learn.microsoft.com/en-us/dotnet/standard/base-types/regular-expression-language-quick-reference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https://learn.microsoft.com/en-us/dotnet/standard/base-types/grouping-constructs-in-regular-expressions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https://learn.microsoft.com/en-us/dotnet/api/system.componentmodel.dataannotations.regularexpressionattribute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tham khảo:</a:t>
            </a:r>
          </a:p>
          <a:p xmlns:a="http://schemas.openxmlformats.org/drawingml/2006/main">
            <a:r>
              <a:t>https://learn.microsoft.com/en-us/dotnet/csharp/linq/</a:t>
            </a:r>
          </a:p>
          <a:p xmlns:a="http://schemas.openxmlformats.org/drawingml/2006/main">
            <a:r>
              <a:t>https://www.tutorialspoint.com/csharp/csharp_regular_expressions.htm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4df453a4047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a8adecdf5f49a9" /><Relationship Type="http://schemas.openxmlformats.org/officeDocument/2006/relationships/slideLayout" Target="/ppt/slideLayouts/slideLayout1.xml" Id="Rba9286f5da2342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9286f5da2342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2dcc19e74b1c" /><Relationship Type="http://schemas.openxmlformats.org/officeDocument/2006/relationships/notesSlide" Target="/ppt/notesSlides/notesSlide1.xml" Id="Rf2767d7b913348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0d501273a435f" /><Relationship Type="http://schemas.openxmlformats.org/officeDocument/2006/relationships/notesSlide" Target="/ppt/notesSlides/notesSlide2.xml" Id="Rfb0b5cc4d8dd41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cd33915ea456d" /><Relationship Type="http://schemas.openxmlformats.org/officeDocument/2006/relationships/notesSlide" Target="/ppt/notesSlides/notesSlide3.xml" Id="Rf2755af157a344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83b1564f14fa3" /><Relationship Type="http://schemas.openxmlformats.org/officeDocument/2006/relationships/notesSlide" Target="/ppt/notesSlides/notesSlide4.xml" Id="Rbb958b2eeee242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1e38073e842d3" /><Relationship Type="http://schemas.openxmlformats.org/officeDocument/2006/relationships/notesSlide" Target="/ppt/notesSlides/notesSlide5.xml" Id="Rb4e9814476524e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5a52d57c349fa" /><Relationship Type="http://schemas.openxmlformats.org/officeDocument/2006/relationships/notesSlide" Target="/ppt/notesSlides/notesSlide6.xml" Id="R929d2b9aca004c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567dd90af4d18" /><Relationship Type="http://schemas.openxmlformats.org/officeDocument/2006/relationships/notesSlide" Target="/ppt/notesSlides/notesSlide7.xml" Id="R080cad81a08540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01a4f5e604efe" /><Relationship Type="http://schemas.openxmlformats.org/officeDocument/2006/relationships/notesSlide" Target="/ppt/notesSlides/notesSlide8.xml" Id="R3e7cd6c3607749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a69de3d42474c" /><Relationship Type="http://schemas.openxmlformats.org/officeDocument/2006/relationships/notesSlide" Target="/ppt/notesSlides/notesSlide9.xml" Id="R0aeeafbc27e649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700f4b7ea484e" /><Relationship Type="http://schemas.openxmlformats.org/officeDocument/2006/relationships/notesSlide" Target="/ppt/notesSlides/notesSlide10.xml" Id="Rc7451fb924eb43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4f9e0972f4905" /><Relationship Type="http://schemas.openxmlformats.org/officeDocument/2006/relationships/notesSlide" Target="/ppt/notesSlides/notesSlide11.xml" Id="R5275ba9357144f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629f6cc584ece" /><Relationship Type="http://schemas.openxmlformats.org/officeDocument/2006/relationships/notesSlide" Target="/ppt/notesSlides/notesSlide12.xml" Id="Rb092f0fffbd142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024834c9e417c" /><Relationship Type="http://schemas.openxmlformats.org/officeDocument/2006/relationships/notesSlide" Target="/ppt/notesSlides/notesSlide13.xml" Id="R02c6f19f0a3f49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2da46459a4a3b" /><Relationship Type="http://schemas.openxmlformats.org/officeDocument/2006/relationships/notesSlide" Target="/ppt/notesSlides/notesSlide14.xml" Id="R4670c694ebfb49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5e3c210cf4cc3" /><Relationship Type="http://schemas.openxmlformats.org/officeDocument/2006/relationships/notesSlide" Target="/ppt/notesSlides/notesSlide15.xml" Id="Rbb378563e84c43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782cc0f3c46bf" /><Relationship Type="http://schemas.openxmlformats.org/officeDocument/2006/relationships/notesSlide" Target="/ppt/notesSlides/notesSlide16.xml" Id="R56486e9fcce646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af665c96247d9" /><Relationship Type="http://schemas.openxmlformats.org/officeDocument/2006/relationships/notesSlide" Target="/ppt/notesSlides/notesSlide17.xml" Id="R785a6a965d2a4e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11214fb62458e" /><Relationship Type="http://schemas.openxmlformats.org/officeDocument/2006/relationships/notesSlide" Target="/ppt/notesSlides/notesSlide18.xml" Id="R4a8a6091afab4e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7dd282e344a18" /><Relationship Type="http://schemas.openxmlformats.org/officeDocument/2006/relationships/notesSlide" Target="/ppt/notesSlides/notesSlide19.xml" Id="R5bcbb331defe47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9731bac954db5" /><Relationship Type="http://schemas.openxmlformats.org/officeDocument/2006/relationships/notesSlide" Target="/ppt/notesSlides/notesSlide20.xml" Id="R3009e542b0f747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865dc225c4bbc" /><Relationship Type="http://schemas.openxmlformats.org/officeDocument/2006/relationships/notesSlide" Target="/ppt/notesSlides/notesSlide21.xml" Id="Rad7c4f631e3f4f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3c95f032148ea" /><Relationship Type="http://schemas.openxmlformats.org/officeDocument/2006/relationships/notesSlide" Target="/ppt/notesSlides/notesSlide22.xml" Id="R765216e29c1a442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77a53164d43c3" /><Relationship Type="http://schemas.openxmlformats.org/officeDocument/2006/relationships/notesSlide" Target="/ppt/notesSlides/notesSlide23.xml" Id="R33df3f79cbe8419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1e5c63c9949f4" /><Relationship Type="http://schemas.openxmlformats.org/officeDocument/2006/relationships/notesSlide" Target="/ppt/notesSlides/notesSlide24.xml" Id="R1e2c030e565f492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289b594a9495a" /><Relationship Type="http://schemas.openxmlformats.org/officeDocument/2006/relationships/notesSlide" Target="/ppt/notesSlides/notesSlide25.xml" Id="R299761b9487741c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6af81693a4b48" /><Relationship Type="http://schemas.openxmlformats.org/officeDocument/2006/relationships/notesSlide" Target="/ppt/notesSlides/notesSlide26.xml" Id="Ra325ba4ff270411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8caec3747486b" /><Relationship Type="http://schemas.openxmlformats.org/officeDocument/2006/relationships/notesSlide" Target="/ppt/notesSlides/notesSlide27.xml" Id="R7e188dbacc604d0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da250bc4f4bd1" /><Relationship Type="http://schemas.openxmlformats.org/officeDocument/2006/relationships/notesSlide" Target="/ppt/notesSlides/notesSlide28.xml" Id="R48716173681b42d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ef5109dc843a5" /><Relationship Type="http://schemas.openxmlformats.org/officeDocument/2006/relationships/notesSlide" Target="/ppt/notesSlides/notesSlide29.xml" Id="R4e44b3c3762347c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6dbaf9fc24fa3" /><Relationship Type="http://schemas.openxmlformats.org/officeDocument/2006/relationships/notesSlide" Target="/ppt/notesSlides/notesSlide30.xml" Id="R558548c505844f6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e15ee94ba44f7" /><Relationship Type="http://schemas.openxmlformats.org/officeDocument/2006/relationships/notesSlide" Target="/ppt/notesSlides/notesSlide31.xml" Id="R277b008cb99340b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67eb36b614609" /><Relationship Type="http://schemas.openxmlformats.org/officeDocument/2006/relationships/notesSlide" Target="/ppt/notesSlides/notesSlide32.xml" Id="R8d8fc37c022b456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4a2be84d146b1" /><Relationship Type="http://schemas.openxmlformats.org/officeDocument/2006/relationships/notesSlide" Target="/ppt/notesSlides/notesSlide33.xml" Id="Rbf410d0904214d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A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78C75-1137-4554-9399-84EDA93E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3E"/>
          </a:solidFill>
          <a:ln xmlns:a="http://schemas.openxmlformats.org/drawingml/2006/main" w="9525">
            <a:solidFill>
              <a:srgbClr val="E879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5E416-E369-4D43-B785-44FC83B9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E22CB-BE5E-4CA2-B10B-E6072C31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57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LAMBDA EXPRESSION, LINQ</a:t>
            </a:r>
          </a:p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VÀ REGULAR EXPRESSION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FE904-F591-4BBC-BC34-74A23DD9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BF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BFA"/>
                </a:solidFill>
                <a:latin typeface="DejaVu Sans"/>
                <a:ea typeface="DejaVu Sans"/>
                <a:cs typeface="DejaVu Sans"/>
              </a:rPr>
              <a:t>Truy vấn và kiểm tra dữ liệu trong ứng dụng quản lý sinh viên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DC4EE-953E-4014-9834-DBE13BA0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10744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94B7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AF5FA-F002-4B63-951C-477F0F37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E3D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E3D3"/>
                </a:solidFill>
                <a:latin typeface="DejaVu Sans"/>
                <a:ea typeface="DejaVu Sans"/>
                <a:cs typeface="DejaVu Sans"/>
              </a:rPr>
              <a:t>Dữ liệu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7BC42-6354-452A-B143-153B8B82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List&lt;Student&gt; từ mô hình đã xây dựng ở Bài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B466C-83E1-4CE5-8E0D-AB80CDA7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7C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D7C2"/>
                </a:solidFill>
                <a:latin typeface="DejaVu Sans"/>
                <a:ea typeface="DejaVu Sans"/>
                <a:cs typeface="DejaVu Sans"/>
              </a:rPr>
              <a:t>Kỹ thuật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5A208-F92B-44A1-AECE-D7DCF4B4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Lambda • LINQ operators • Deferred execution • Regex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498CD-0C02-40F4-8E02-9E2711DC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Giảng viên: Chu Thị Minh Huệ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A595D-C695-45C4-B9AB-933E4583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Học phần: Lập trình nâng cao với C#</a:t>
            </a:r>
          </a:p>
        </p:txBody>
      </p:sp>
    </p:spTree>
    <p:extLst>
      <p:ext uri="{BB962C8B-B14F-4D97-AF65-F5344CB8AC3E}">
        <p14:creationId xmlns:p14="http://schemas.microsoft.com/office/powerpoint/2010/main" val="1833498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40F5E-B4EF-40FA-9540-676D9736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5A22B-7E9D-4D4B-B889-10C44BB7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3B83E-A6B7-4B52-A8D2-A22198A5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Mục tiêu bài học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2C246-E822-4D7F-83B1-7844487D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3DADF-2E90-449E-AE00-A20A7304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67706-7618-413C-B866-300A835F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SAU BÀI HỌC, SINH VIÊN CÓ THỂ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21EFA-A6F4-466D-89A8-94B20B4B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SẢN PHẨM CUỐI BUỔI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44BBA-1956-46C7-A754-2E8D4B3C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DA63B-0BCA-4334-A642-548EA184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23994-47F9-4929-AEB0-B6B920A9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Viết lambda cho delegate và collection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Truy vấn List&lt;Student&gt; bằng LINQ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Phân biệt query syntax và method syntax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Giải thích deferred execution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Dùng Regex để kiểm tra và trích xuất chuỗi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89D2F-AC1A-4BCA-B839-54FF0B7C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Chức năng tìm kiếm sinh viên: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Kiểm tra từ khóa và mã sinh viên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Lọc theo ngành và khoảng điểm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Sắp xếp kết quả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Phân trang bằng Skip và Take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Thống kê theo chuyên ngành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DE1F0-1459-4061-BC99-58427B22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D3A3E-775F-4523-827E-D32C234E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282716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D3559-F20E-4D24-A67E-F9FAD0EE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978F0-7592-43A1-93C9-0F3934D2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79720-D327-4FFB-AFEA-66A248CD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Mạch nội dung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0365B-36B5-4F3B-9BB7-7298F42E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D30F6-1713-4262-872C-C0823714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7EA67-D2AB-4E42-82CE-D45F35E4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PHẦN 1: LAMBDA VÀ LINQ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E6697-1085-4C6C-8398-F3355503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PHẦN 2: REGEX VÀ TÍCH HỢP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74EBA-A8F9-4F5E-A9C7-3E51E9D2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DEED8-2F85-4B5D-A7E9-360EA227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FE3DD-5694-43BB-A022-2E135F83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01  Delegate và anonymous function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02  Lambda expression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03  Query syntax và method syntax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04  LINQ operators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05  Deferred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FBF4B-BCEC-4C4A-B877-16AA0ADA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06  Cú pháp Regex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07  Match, Groups và Replace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08  Kiểm tra dữ liệu Student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09  Tìm kiếm tổng hợp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10  Bài thực hành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619F1-55B9-4C09-86CC-3957730F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E5BC7-6B29-4656-BC8B-34A4249B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892269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06761-8AC6-41EA-AF7C-A2EFD5FE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14C1B-7156-486F-AD7B-0620292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4D868-56AF-46D4-8721-745DF7D5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Mô hình Student dùng xuyên suốt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7C95B-8535-48F1-A0B4-4017B872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26BD4-EABB-452D-B91A-BF05D8F5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2319A-23E1-4F9A-8D0B-42B5F9DA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Bài 3 tiếp tục sử dụng class Student đã xây dựng và kiểm tra ở Bài 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7B774-B42F-4786-B89B-0C8C6AC2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AF1DD-74F3-4D5C-A2B1-1692B407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public class Student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public string StudentId { get; set; } = "";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public string FullName { get; set; } = "";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public string Email { get; set; } = "";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public string Major { get; set; } = "";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public double Score { get; set; }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public bool IsActive { get; set; }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List&lt;Student&gt; students = StudentData.Create();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4BB4E-BA7B-4240-B01F-B75FA9C7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F5EED-1DBD-4569-9179-E965AA17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5394A-0D65-4331-A238-3D739CE4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Mỗi phần dùng cùng dữ liệu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Lambda xử lý từng Student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LINQ xử lý tập Student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Regex xử lý thuộc tính chuỗi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7C4D2-AA82-42E9-8870-BDEA0E8B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BBDE4-A02F-4A5D-A86E-9AFE5102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467247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6B0D7-2627-4876-B63B-7B0B4618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08206-9FA5-48B9-A268-E7C11929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E3A1B-9DA3-46BE-AA49-C655C757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Delegate lưu tham chiếu đến hành vi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66CC3-9309-4B6A-A358-61FD5E76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B8227-E098-4475-928D-3D58997B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6B617-7E86-4C18-B9B8-5E534DEC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KHAI BÁO 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1F00C-6AFB-4E7E-AD3F-13F9F6D7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GÁN CHO DELEGATE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A675D-FFA3-45FD-80B0-3C8AF650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92FD6-F774-490D-AAEF-3FACD129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E41E5-6831-48C0-8E71-E01CB8BF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static bool IsExcellent(Student student)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return student.Score &gt;= 8.5;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3B3A7-6EA3-4D49-A9DD-F0F9A202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Predicate&lt;Student&gt; condition = IsExcellent;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bool result = condition(student);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// Predicate&lt;T&gt; nhận T và trả về bool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6BC0D-6A37-4E54-9301-7F6F1100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A75AE-96CE-4103-8140-AE9ED5D9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46125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E4D76-C150-4350-A88D-267BDF80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AF8BC-84AE-4524-BC39-96D632F9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F57A0-50BA-4A51-BF70-FE8C7E1B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Lambda expression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6712A-7E00-4AA9-ADA7-7CC64047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96F95-7BEE-489B-B529-45B2F49E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51068-FF2A-4FEF-8336-55E865F4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Lambda tạo anonymous function bằng toán tử =&gt;.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9E907-F073-4BF5-98B6-07780BE8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1F3D0-FDAC-4961-A15B-75A84827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Predicate&lt;Student&gt; isExcellent =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student =&gt; student.Score &gt;= 8.5;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Func&lt;Student, string&gt; getLabel =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student =&gt; $"{student.StudentId} - "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       + student.FullName;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Action&lt;Student&gt; print =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student =&gt; Console.WriteLine(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getLabel(student));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BEA72-9F83-43F4-A128-5B27F908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79CC1-BD73-4804-A23F-0FDF3F49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4FF72-B5F9-465C-93A6-79D2E6C9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Bên trái là tham số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Bên phải là biểu thức hoặc block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Predicate trả về bool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Func trả kết quả, Action không trả kết quả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B7E4A-8523-49F7-A61F-64DC04AB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24FF1-06B7-4A67-AE93-60B89247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917401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EB9AD-7A6B-4B0D-9453-D6B4D84C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9B628-D494-4378-AFE5-69F178F7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07C05-0491-4BD6-A6AF-3E1044D1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Expression lambda và statement lambda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367F6-385C-4046-8AC5-839F0F68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D9F24-7776-4095-8747-7A3F5E48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A9DFF-DD39-43D1-8009-27692805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EXPRESSION LAMBDA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CF6D4-81F3-459A-9E52-A4A8FC2B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STATEMENT LAMBDA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CCD26-719D-4881-B6F9-3444D4A6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1EEBE-3495-42DF-8CB2-86F8D2EA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7D24C-9E52-4988-AE49-DDC5EC5A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Func&lt;Student, bool&gt; passed =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s =&gt; s.Score &gt;= 5;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Func&lt;double, double&gt; square =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x =&gt; x * x;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082B3-C665-4990-B177-E10304CB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Action&lt;Student&gt; print = s =&gt;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string label = $"{s.StudentId}: {s.FullName}";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Console.WriteLine(label);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51E1E-0041-4F4C-84DA-E9C2BFDD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4F6E5-1052-464E-B403-758495E2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163347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B7764-3598-44B7-B668-11A54AD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9F189-102F-4938-8F19-5D2D2284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6E879-2671-42C2-B0EA-8BC03125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Func, Action và Predicate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54BA4-3612-41D2-B7F9-D4A7BE59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B2E51-2F4B-4469-AE33-2D415DD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E2EA2-44E9-48DE-B66B-6EA2CDB3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FUNC VÀ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E2A4E-5686-466F-BE51-58FFAE14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PREDICATE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03DDD-A872-4978-89FE-A2FB39C2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421A6-3CE7-4E84-9A1D-62FCBF53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F4633-FBF8-4D25-A6A7-AA955D0B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Func&lt;Student, string&gt; getName =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s =&gt; s.FullName;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Func&lt;Student, double, bool&gt; atLeast =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(s, min) =&gt; s.Score &gt;= min;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Action&lt;string&gt; log =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message =&gt; Console.WriteLine(message);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3F9EB-6917-494A-B7C1-D9286BE0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Predicate&lt;Student&gt; valid =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s =&gt; s.IsActive &amp;&amp; s.Score &gt;= 5;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// Tương đương: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Func&lt;Student, bool&gt; valid2 =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s =&gt; s.IsActive &amp;&amp; s.Score &gt;= 5;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56EF9-ED87-4045-8042-35DBA851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EAA8E-7E2A-404C-8790-0D40B40F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7192932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9774F-A82C-451B-AF0B-FDE0C5C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6B9C4-366A-4EDE-AA2C-CCCDD115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3E589-4077-4366-8E91-670103E6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Closure trong lambda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61447-38F2-4C48-84CF-339C829F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B23C7-222B-423C-91CE-15AFF673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E10B0-7C29-4B1D-AD99-D4DEA439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Lambda có thể sử dụng biến được khai báo ở phạm vi bên ngoài.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1BE8A-67BD-4426-86D8-DD495A8F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99A8A-6436-496A-A668-D5E52EA4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double minimumScore = 8.0;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string selectedMajor = "SE";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Func&lt;Student, bool&gt; condition = student =&gt;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student.Score &gt;= minimumScore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&amp;&amp; student.Major == selectedMajor;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minimumScore = 8.5;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bool accepted = condition(student);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F162A-26F3-45BC-B4CA-AF658092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A8958-E6A2-42D6-A9F3-23DF3E1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D1B9F-4A62-4F01-9F60-228E8C09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Lambda bắt biến bên ngoài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Giá trị hiện tại được dùng khi gọi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Cẩn thận khi thay đổi biến sau đó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Closure có thể kéo dài vòng đời biến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30099-81F0-46BD-80E1-B9DB3DD7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1596F-02B2-47C0-B008-18A2AD46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1499015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CD520-DFE3-4AD9-8AF8-B0ACAD17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71BB3-D6A1-4A8B-A16E-62585984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8E3AB-4156-46A5-96BB-3857B87E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LINQ là gì?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D4872-E46B-47DB-9001-6ACECA0B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E697C-76AB-4382-B7EB-FB139332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42B5D-5E42-4191-909E-5DF8B7A3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LANGUAGE INTEGRATED 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A8ADE-67F0-4FD6-9EA3-42F389CC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NGUỒN DỮ LIỆU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FE51D-55EF-4430-BB65-6F150C43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6F21D-CA29-4EEC-87C5-91D827A7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43617-20E7-4309-B692-6506F5C5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LINQ tích hợp truy vấn vào C#.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Truy vấn có kiểm tra kiểu khi biên dịch và được hỗ trợ bởi IntelliSense.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using System.Linq;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D1A63-605B-4BD1-B996-8897AD74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Array và List&lt;T&gt;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IEnumerable&lt;T&gt;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XML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Entity Framework Core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Nguồn triển khai IQueryable&lt;T&gt;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32BD8-61B1-43FB-AC34-9C5CCA3F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F29FB-49FB-4280-A2E0-132CA67E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6043709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1A06E-1F43-4FFE-B988-CCC23093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24CA9-924F-4DCB-9F5F-137C8FC8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97F08-BC4F-4973-9C4B-2508A0CC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Query syntax và method syntax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19A18-AF95-4133-B052-3BE28A6C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C0E46-D4AD-40C4-BF4C-34CA354E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9B7C0-17ED-4A13-8303-0106EB5D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QUERY SYNTAX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3D873-96C0-4F29-A7E8-E2812860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METHOD SYNTAX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95911-0A5A-4E4A-B8EC-D52B40C1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BFA45-885F-426E-804E-E4105311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81256-7A8C-4ADB-AF40-B5D5D669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var result =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from s in students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where s.Score &gt;= 8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orderby s.Score descending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select s;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0FAB2-B130-4DDC-89C3-CB3EA890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var result = students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.Where(s =&gt; s.Score &gt;= 8)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    .OrderByDescending(s =&gt; s.Score);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B44CD-CF8A-4B03-953D-24AD3C46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E055B-D640-40BA-8F02-BD4DB0CB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2026689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A028B-2609-48A1-9609-3459B6C5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D7E0D-2BC7-4F3F-B771-D321FF13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C74A1-086F-4FBB-AB61-744BE0CD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Where lọc phần tử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F2562-9482-4627-A3A8-A6AC8D2C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0A2B6-F66B-4094-966E-47D07D40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917C2-0113-42CA-994E-0911343B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Where giữ lại Student thỏa điều kiện lambda.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D3DA1-D5B2-4D8E-B5E3-A00CA825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AA494-BAC1-4597-A0B6-8BC9DBDE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List&lt;Student&gt; result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.Where(s =&gt; s.IsActive)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.Where(s =&gt; s.Score &gt;= 8.0)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.Where(s =&gt; s.Major == "SE")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.ToList();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foreach (Student student in result)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Console.WriteLine(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$"{student.FullName}: {student.Score}");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44AA7-4DFD-44C1-BB17-DFC5211D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4ACD1-24CF-45CE-8F26-AE945703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60F11-AE1A-47A6-B8ED-C4074B6C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Mỗi Where nhận predicate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Có thể nối nhiều điều kiện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ToList thực thi và tạo danh sách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Điều kiện nên dễ đọc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EA212-B47D-49B3-972D-A837A5E5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7E10F-29A0-4AB1-A200-322E14C3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6966108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2C262-F03C-4677-83CE-BB465E54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AACA1-18E0-41CD-A9AC-B56E7C5D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A5445-7BF3-4073-94C2-F85CB7A0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Select biến đổi dữ liệu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9A92C-90E0-492F-8F83-838538D6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DD86C-7642-4901-A8F2-466F79E7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D5CAB-8BBF-4277-93D5-36BF129B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Select chiếu mỗi Student thành giá trị hoặc object mới.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1D8E5-8F07-4BE5-A09A-022ED7ED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A641E-B808-4F39-8963-C0842845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var summaries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.Select(s =&gt; new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{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s.StudentId,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s.FullName,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Rank = s.Score switch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{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    &gt;= 8.5 =&gt; "Giỏi",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    &gt;= 7.0 =&gt; "Khá",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    &gt;= 5.0 =&gt; "Đạt",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    _ =&gt; "Chưa đạt"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})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.ToList();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EA85F-2C77-4BCC-81C1-4DA8DB80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6F068-87A3-4D84-8500-7517E824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55DEF-D64B-4AA4-845E-70EA9244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Không làm thay đổi Student gốc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Có thể chọn một property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Anonymous type phù hợp kết quả tạm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DTO phù hợp dữ liệu đi qua các tầng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9BC8F-EE0B-4479-BA8B-A64324B5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A3F90-D3A3-4CB6-8C0E-BCF64111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4508154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54162-CDC1-4BD3-8E67-09EE1189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F063F-54B4-48CD-8B23-91FF9BC5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79019-5AC4-4AD6-A618-B85EA1C8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Sắp xếp nhiều tiêu chí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E2F4C-3D5A-4E4A-9D73-2F275B47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E19DC-3570-4CA5-953E-093DA0F1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D391F-3146-49D9-B9FC-E263F212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OrderBy xác định tiêu chí đầu, ThenBy bổ sung tiêu chí tiếp theo.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87AD8-0DBB-44AD-834E-E6112F7B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9D64D-6DDF-489A-BD7C-1C0F3047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var ordered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.OrderBy(s =&gt; s.Major)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.ThenByDescending(s =&gt; s.Score)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.ThenBy(s =&gt; s.FullName)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.ToList();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var topFirst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.OrderByDescending(s =&gt; s.Score)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.Take(5);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F0C40-BDFE-46CC-A3F9-A4EE239B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9203E-53D8-4C43-B05F-5507FEC9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446D6-7249-4150-AD3F-AD668A21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OrderBy tăng dần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OrderByDescending giảm dần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ThenBy chỉ dùng sau OrderBy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Chuỗi sắp xếp ổn định và dễ đọc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F89FE-AA2A-4E07-904F-8FAAE9EB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99F61-1A81-4FA9-8828-1C925FE0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7463387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85148-6FCF-4D7F-8FC5-4656A9D9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45356-8A53-41B1-8934-80AFEDBD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AB368-818C-42B2-A03B-CBDAFDE6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First, Single và giá trị mặc định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12C6D-7B2C-4589-8EC2-ECAECD90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03810-0059-4CF6-A44A-E15D0F3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ADC51-5B53-4ADD-9A37-98AD8DC5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Chọn toán tử theo số phần tử mà chương trình mong đợi.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E5862-33AB-41DC-A00A-EF6E5133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3567F-49EB-4346-A534-B30395E7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Student? first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.FirstOrDefault(s =&gt; s.Score &gt;= 9);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Student? byId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.SingleOrDefault(s =&gt;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s.StudentId == "SV000001");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if (byId is null)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Console.WriteLine("Không tìm thấy");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0D557-A1A6-4346-8096-EE91AA87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05A75-4378-4C3E-91FF-0A3696F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7CBA6-2E01-4CBA-ADF2-FFBD29DD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First lấy phần tử đầu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Single yêu cầu đúng một phần tử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OrDefault tránh lỗi khi rỗng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Single vẫn lỗi khi có nhiều kết quả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F2485-97BE-4278-8A0C-637D8DB4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1624D-8347-420B-AFD2-572DEA50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2278690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69F73-913B-423E-BF8A-E4832E91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D91CE-14A3-4B0E-A005-E3236DA8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CCDAB-3206-4352-9B3B-F9338ECF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Any, All và Contains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361EE-10DB-4B5F-AEB1-D64AEB5D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6753A-27C0-4A4E-B9B0-06BB3208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E95DF-3486-44A0-B30C-2C3A681D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Các toán tử lượng hóa trả về bool thay vì trả danh sách.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B60B7-C69B-4223-96C9-8CCBC3CA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BDC4D-EFD1-4292-81A8-B96C9CFA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bool hasExcellent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.Any(s =&gt; s.Score &gt;= 8.5);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bool allHaveEmail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.All(s =&gt; !string.IsNullOrWhiteSpace(s.Email));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string[] majors = { "SE", "AI" 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bool selected = majors.Contains(student.Major);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61662-14FE-4636-BF94-6BACF6B1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CBE3B-A97B-4AA4-B2FD-F8DD8386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E0367-D2C5-43BD-A93F-A97D6EE4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Any dừng khi tìm thấy một phần tử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All yêu cầu mọi phần tử thỏa mãn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Contains kiểm tra thành viên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Hữu ích cho validation nghiệp vụ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B6527-DC0D-44F1-8CCF-08D3B1C5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0C11F-3A85-471A-B36C-8564C74D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8320440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B4F05-E196-4340-B473-2FEDC54B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95824-C99D-4739-9BBB-E762CEEA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9B06D-FAB8-4F39-A3CF-101CC0C5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Count, Sum và Average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A101E-670F-4047-8C71-B57328F2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96196-853F-4910-BF17-08A4BED3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901B8-31CA-49D0-8815-64127ACE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Aggregation rút gọn một tập dữ liệu thành một kết quả.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BFDA4-A4EE-4227-BEE4-D31CE2D4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A1612-2665-4159-B350-5F61ACE9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int activeCount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.Count(s =&gt; s.IsActive);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double average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.Where(s =&gt; s.IsActive)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.Average(s =&gt; s.Score);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double highest = students.Max(s =&gt; s.Score);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double lowest = students.Min(s =&gt; s.Score);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EB7CD-AB2A-4E64-9FE8-9101B286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D0640-5BBB-4B59-8549-7686B105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50E10-6A9A-4F9F-81F7-28E7993F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Count có thể nhận điều kiện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Average lỗi nếu tập rỗng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Kiểm tra Any trước khi tính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Chú ý nullable và dữ liệu thiếu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D0718-EF87-482B-A9BD-1C097604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BD94E-2122-4213-855D-5569CCB9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8595143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85D6E-BA63-46E6-9889-74DBA622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9C664-CD76-4FDA-84EE-8984DB83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4277B-F468-4210-9100-1EE592A1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GroupBy theo chuyên ngành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EAA5E-4865-4539-95AE-53EC126E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4893E-8C2A-4CF8-91F7-BAF09032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CF2DE-6571-46C0-9DE4-7041068E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GroupBy tạo các nhóm có Key và tập phần tử tương ứng.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BF588-2BE0-45AE-BE88-915ED527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B47AE-7E37-4CC4-916B-D96AEBFD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var statistics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.GroupBy(s =&gt; s.Major)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.Select(group =&gt; new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{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Major = group.Key,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StudentCount = group.Count(),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AverageScore = group.Average(s =&gt; s.Score),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HighestScore = group.Max(s =&gt; s.Score)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})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.OrderByDescending(x =&gt; x.AverageScore)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.ToList();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BEE18-85CC-42AE-976B-B15438BF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912D1-8DF0-4E1B-A7DA-A0DBDD78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57960-8F4B-48CD-8027-1EE19772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group.Key là chuyên ngành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Có thể tính thống kê trong nhóm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Select tạo kết quả báo cáo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Phù hợp dashboard và báo cáo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DD108-0BB8-4517-959B-410BC9D0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28129-0F16-498A-91E9-D822066E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8157382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18C53-2B2A-4D45-8311-42EA3CD7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6CD1C-9F4E-4142-A310-C28B1C57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52843-064D-466E-9BAA-1E9976CA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Skip và Take để phân trang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4D2C2-2157-4276-9993-5111C3CC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8D76B-7266-4E99-8A4A-39667475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B1D0E-FED9-4912-B537-DCDF4E6D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Phân trang ổn định cần sắp xếp trước khi Skip và Take.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CABFA-9BD9-4909-A602-131D0132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9468A-1FF8-4BB5-85D6-DADE563D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int pageNumber = 2;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int pageSize = 10;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List&lt;Student&gt; page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.OrderBy(s =&gt; s.StudentId)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.Skip((pageNumber - 1) * pageSize)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.Take(pageSize)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.ToList();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A2D1F-9B9A-4CAE-8AEC-A9471356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A730D-ED20-4679-8D4D-BFD60DE4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B0625-A578-4420-A68C-F810BB34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Trang bắt đầu từ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Skip bỏ qua các phần tử trước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Take lấy số phần tử cần thiết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Luôn OrderBy để kết quả ổn định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052FE-FF53-4389-81B7-B31AE4E3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660C5-1F85-4BD5-9548-BBC24ACB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7118661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97D1F-6CF3-4BB4-B272-784141D7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B23D9-C349-4047-B372-AAA45625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BC9A1-B165-4BC0-A087-738E13D4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Deferred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DF491-8DE2-4454-87F3-4A9F1020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BC3B3-C327-467E-8FA1-D315EADC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4D73F-FE3B-48BA-948D-18D2BCA1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Truy vấn IEnumerable thường thực thi khi chương trình duyệt kết quả.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1C236-D766-4738-A832-7DBB0462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168D6-1B8D-497A-A3AB-1334908A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IEnumerable&lt;Student&gt; query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.Where(s =&gt; s.Score &gt;= 8);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students.Add(new Student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StudentId = "SV000999",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FullName = "Sinh viên mới",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Score = 9.0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foreach (Student s in query)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Console.WriteLine(s.FullName);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939B5-2A81-4475-BC0F-095E5A5F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FD4C2-B180-4D95-BA8D-9FEE91F8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7E1F5-D1BC-4B68-8B75-34F7D314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Khai báo query chưa tạo kết quả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Duyệt query mới thực thi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Dữ liệu mới có thể xuất hiện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ToList tạo snapshot tại thời điểm gọi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9B457-A32F-4DC9-9DC5-E55898E3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A8392-F53C-4E1C-BC49-36426173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685286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C5AFE-6338-4873-8502-52817F49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DEF61-DEC8-4C80-B115-2373BAA9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C00B6-3641-48C1-974C-0D3F99B3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IEnumerable và IQueryable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30269-D7A2-437C-944E-84FA320E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90B1B-CAB6-4CDF-8999-8F5313E4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65E45-9316-4DAC-B349-DD3B8549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IEnumerable&lt;T&gt;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DD935-BF49-42CA-A5B3-739E1DF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IQueryable&lt;T&gt;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88441-B28F-409B-8010-800E3771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C2730-48D6-4BD7-9D26-184E3299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3CCA4-B895-43A1-B98C-525B63AE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Thường xử lý collection trong bộ nhớ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Lambda biên dịch thành delegate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LINQ to Objects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ToList tạo kết quả trong bộ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07734-7ED6-4695-BD22-DD3FF9A4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Nhà cung cấp dịch expression tree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EF Core có thể dịch sang SQL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Không phải method C# nào cũng dịch được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Kiểm tra câu SQL và hiệu năng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63386-7F1B-48F5-B041-4F6104A1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8C21E-63A1-4809-A250-CF6F44C7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3835591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8A807-EC8E-47D9-B03C-1AE41D43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EF9F6-8B2C-4D65-B3BC-B43E93F9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7D097-C0CD-4199-9817-34F1442C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Regular Expression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40C76-FD80-436A-B6BE-FE1B2BAF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81311-BC0A-4E56-A75C-BB38B009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9EF8D-7670-4D6F-BC7C-F28EE49E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MỤC ĐÍCH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8A39E-424C-448D-8E5F-81A9F5C3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API TRONG .NET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5666D-A63C-4AD1-92B7-50B9815E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9671E-AE61-4381-B4FD-83011DE7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09B9B-473C-4E8E-81B0-6A67A49E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Regex mô tả mẫu chuỗi để: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Kiểm tra toàn bộ giá trị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Tìm các đoạn phù hợp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Trích xuất nhóm dữ liệu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Thay thế hoặc tách chuỗi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99E36-4D3B-484F-8611-119E9201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using System.Text.RegularExpressions;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Regex.IsMatch(input, pattern);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Regex.Match(input, pattern);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Regex.Matches(input, pattern);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Regex.Replace(input, pattern, replacement);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F3CD2-9D8B-4297-BAAF-AD7A8236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8E6A0-A415-4C80-A980-DBAE048A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4351813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52418-C69B-43AB-BF60-EC75CD32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BAEDD-6033-4113-A18F-6DF2625E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6EB37-C1CF-4C67-B1C3-A9111473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Các ký hiệu Regex cơ bản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2B60D-E5D3-4FD9-8A4E-036F3BA9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F959D-A36B-4BE5-BDC1-2255F477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7AAB6-F43B-41D2-886E-428ED4FA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VỊ TRÍ VÀ LOẠI KÝ TỰ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5D6CA-6E58-4D32-B8AD-16593FB3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SỐ LẦN XUẤT HIỆN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D7208-BE0D-4310-B5A2-C15E1204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71C46-81D5-49CB-8DDD-1A405917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E2D5F-E250-4989-81D6-EF6186F5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^  bắt đầu chuỗi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$  kết thúc chuỗi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.  ký tự bất kỳ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\d chữ số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\w chữ, số hoặc _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\s khoảng trắng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[ABC] một ký tự trong tập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7E22C-8AAF-4A0A-AB29-046D7BF6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*      0 hoặc nhiều lần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+      1 hoặc nhiều lần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?      0 hoặc 1 lần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{n}    đúng n lần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{m,n}  từ m đến n lần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(...)  nhóm</a:t>
            </a:r>
          </a:p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B3A"/>
                </a:solidFill>
                <a:latin typeface="DejaVu Sans Mono"/>
                <a:ea typeface="DejaVu Sans Mono"/>
                <a:cs typeface="DejaVu Sans Mono"/>
              </a:rPr>
              <a:t>|      hoặc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A3053-A1BB-4C26-83B3-9FF462EC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D057C-FBDD-4EF7-837F-723282E6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6152535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7F2BF-424A-4857-993C-AD2ADAB3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6F938-E653-4220-8A85-0F0D3AA2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C4F1D-8546-4F68-AD29-DE5011C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Kiểm tra mã sinh viên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825C5-8D5D-45D5-96DA-83FBA887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6007E-899C-45D8-BBC8-626929F7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DC6E5-B76E-4513-85F1-45BEC8E7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Pattern khóa toàn bộ chuỗi và yêu cầu tiền tố SV cùng sáu chữ số.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7529D-7682-4C20-AD50-8E2AE5A4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15B6A-2817-4160-9268-C8FC3539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string pattern = @"^SV\d{6}$";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string id1 = "SV000123";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string id2 = "SV123";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bool valid1 = Regex.IsMatch(id1, pattern);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bool valid2 = Regex.IsMatch(id2, pattern);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Console.WriteLine(valid1); // True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Console.WriteLine(valid2); //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C71DB-9458-49B8-B8B2-1EA9AC6A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F14F8-3BF0-4C13-B7CE-342CA3B1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EB9C6-57A6-4ACA-A2A9-9854BF48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@ tạo verbatim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^ bắt đầu, $ kết thúc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SV là chuỗi cố định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\d{6} yêu cầu sáu chữ số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EBFA9-E036-4BBB-A9B8-52C3B611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1BACC-4DEB-4E3F-8A17-129DCDAB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4884567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5A4EE-D66F-44EA-94F6-77B1ABE1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472BF-B867-4170-99E2-EFDBDB15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F2EBB-9DDD-4FFD-94E6-38A6E6F1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Trích xuất dữ liệu bằng groups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4704C-46A7-429C-A160-15992B53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6A33A-DF35-4122-82BB-E95EDD9B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B707B-8FDC-4850-A6DA-6EB9AB07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Named groups giúp kết quả dễ đọc hơn chỉ số nhóm.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53E87-145E-4A96-9295-58E65E8F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B7818-7881-4CB5-84B8-F6C81B4A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string input = "SV000123-Nguyen An-SE";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string pattern =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@"^(?&lt;id&gt;SV\d{6})-(?&lt;name&gt;[^-]+)-(?&lt;major&gt;[A-Z]{2,5})$";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Match match = Regex.Match(input, pattern);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if (match.Success)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Console.WriteLine(match.Groups["id"].Value);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Console.WriteLine(match.Groups["name"].Value);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Console.WriteLine(match.Groups["major"].Value);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42538-E3FA-439A-AD81-B266F157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AF6C5-8678-4946-97D4-A88C6A71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3D7F0-2F38-4D30-8DE9-A57DB32F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(?&lt;name&gt;...) tạo named 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[^-]+ lấy đến dấu gạch ngang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Success cho biết có khớp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Groups cung cấp dữ liệu đã tách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C6A05-F5A8-4E30-BC11-919E59CA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CFF3C-232C-4AE6-BC95-0D95A9AA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8094364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3CF78-59FE-4EB3-8F0C-DC3341BF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E87CA-3B86-4B84-A84F-41088094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36067-3718-46E5-ACBD-17C503FF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Chuẩn hóa khoảng trắng bằng Replace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ACA4B-CE26-4FFE-9654-DBBDED18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EC14F-5EEF-47A1-8CAD-12A196A1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98F8A-AA10-45D7-9D87-37217FD7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Regex.Replace có thể thay nhiều khoảng trắng liên tiếp bằng một khoảng trắng.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A1E86-7E07-44DF-BF77-C36E7308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79A25-13A8-47B3-B45A-0232AF68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string rawName = "  Nguyễn    Văn    An  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string normalized = Regex.Replace(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rawName.Trim(),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@"\s+",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" 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Console.WriteLine(normalized);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// Nguyễn Văn 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236D7-110E-4095-91CA-CF55D7EF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80133-9232-4A9C-8D56-69A6CD06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1615D-A187-426E-A781-2FD5A607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Trim bỏ khoảng trắng hai đầu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\s+ khớp một hoặc nhiều khoảng trắng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Replace trả về chuỗi mới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string là immutable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8A372-7E74-4349-B118-13E318EF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E2B2B-6CFD-4357-9A4E-87875737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6110817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66A4D-0071-4843-A916-0C4E95E8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6B2C9-4402-4FE5-9606-0F7141C3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19E16-C363-463C-8802-11FEB7E2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Regex trong Data Annotations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21777-34DC-432F-BEDC-3EE4080E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326D4-8367-4F34-9E35-C5315CA8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CA9D1-EC99-4933-9DD8-01F31CEE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Bài 2 và Bài 3 gặp nhau ở RegularExpressionAttribute.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88A97-2A64-496C-AA1C-FE14B299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4720A-26A4-443D-9F2E-1E391CC2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public class Student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[RegularExpression(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@"^SV\d{6}$",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ErrorMessage =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    "Mã SV gồm SV và 6 chữ số")]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public string StudentId { get; set; } = "";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// Validator ở Bài 2 đọc attribute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// Regex engine kiểm tra 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8D154-6EB3-48BF-A6BA-B42FEBC8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4E9D-78A8-422F-8AC0-69739DE9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1B84E-9DDA-4B6C-A99A-8FE88B23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Attribute lưu pattern dưới dạng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Validator kích hoạt kiểm tra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Regex phù hợp quy tắc định dạng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Quy tắc nghiệp vụ đặt ở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EC166-B97C-45F8-80C4-9E52D36F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1AA99-1C5E-429E-B64D-22E80EDC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6639729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B0AEC-4409-44BA-949A-5815A7F3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96B0F-CD72-43DA-974B-CE09A9C6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27132-ED22-4682-8896-305E7368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Kết hợp Regex, Lambda và LINQ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46954-B57E-4254-837E-22AF02C9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F3474-CA6D-4B4E-BAE0-51068102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7056B-393A-4861-BFCC-4B555A17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Chức năng tìm kiếm lọc theo mã, tên hoặc email bằng cùng một từ khóa.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1A2E9-3613-4D3F-820A-535477E5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9532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9525">
            <a:solidFill>
              <a:srgbClr val="10253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BDC0A-166D-4449-9C82-7DD50BD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5151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string keyword = "an";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string escaped = Regex.Escape(keyword);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var regex = new Regex(escaped,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RegexOptions.IgnoreCase);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List&lt;Student&gt; result = students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.Where(s =&gt;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regex.IsMatch(s.StudentId)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|| regex.IsMatch(s.FullName)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    || regex.IsMatch(s.Email))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.OrderBy(s =&gt; s.FullName)</a:t>
            </a:r>
          </a:p>
          <a:p xmlns:a="http://schemas.openxmlformats.org/drawingml/2006/main">
            <a:pPr>
              <a:def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8F4FB"/>
                </a:solidFill>
                <a:latin typeface="DejaVu Sans Mono"/>
                <a:ea typeface="DejaVu Sans Mono"/>
                <a:cs typeface="DejaVu Sans Mono"/>
              </a:rPr>
              <a:t>    .ToList();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6A266-ABDF-429F-8478-2E4A6085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867150" cy="41910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49071-F30D-4100-8D3A-B89E8AEC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GHI NHỚ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5B0DA-BEFE-4B87-A846-26A8AF39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Regex.Escape xử lý từ khóa người dùng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Lambda áp dụng Regex cho từng Student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Where lọc, OrderBy sắp xếp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ToList chốt kết quả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992DF-51B5-4F60-AA6E-B1E8E6B5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8D93A-B2B3-4005-8770-B22E311F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6053874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51E2F-F866-483C-91D6-901E29A2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0BDB5-07A4-4CAD-831F-74ECB256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A871C-9465-4330-90D8-8A62802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Sai lầm thường gặp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5B885-C811-413F-98DB-02199EC3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74754-D112-4AAC-B3F0-7EF96A7B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83999-319C-49FB-8896-A54A4D5F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LINQ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EBA87-C2CA-4F1E-9850-29E78CAA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REGEX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1AB8C-0642-43E4-9026-CB309ABF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2D0AD-87A4-4319-B08A-2993DBE3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24C78-F594-4DD0-88B1-759EF84D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Gọi ToList quá sớm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Dùng Single khi dữ liệu không duy nhất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Quên xử lý tập rỗng trước Average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Truy vấn lại nhiều lần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Viết lambda quá dài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4B08E-6ADD-4238-9A95-E6D5A5C6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Quên ^ và $ khi kiểm tra toàn chuỗi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Không dùng raw/verbatim string phù hợp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Dùng Regex cho parser phức tạp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Không escape dữ liệu người dùng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Pattern khó đọc, không có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F867F-D034-4EA8-9EEC-DE827DD1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34675-B217-4988-A0BA-600F42FF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2456148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05F3D-B963-4BFC-B615-C1AFFAB3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D7AB5-53F2-4D74-B5F4-97D7826C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THỰC HÀNH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48061-CA95-4F38-BD7F-4B9EC706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Thực hành 1: truy vấn danh sách sinh viên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0BCFD-72E9-4CFC-BAFF-7C9DB875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793E"/>
          </a:solidFill>
          <a:ln xmlns:a="http://schemas.openxmlformats.org/drawingml/2006/main" w="9525">
            <a:solidFill>
              <a:srgbClr val="E879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CB037-A7A9-4065-81C9-5C32F982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39552-DA3B-4A9C-99EC-57F751B4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6F7DE-62AC-4D01-811A-D750798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NHIỆM VỤ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886E1-25F1-4490-981F-051329A6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Từ List&lt;Student&gt;, lọc sinh viên đang hoạt động có điểm từ 7 trở lên, thuộc ngành SE hoặc AI. Sắp xếp theo điểm giảm dần rồi theo họ tên tăng dần.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A5B72-38AA-4BDD-ABC6-660F0260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1028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0C5A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A9041-B94B-443D-8692-B248E130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B451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9B451C"/>
                </a:solidFill>
                <a:latin typeface="DejaVu Sans"/>
                <a:ea typeface="DejaVu Sans"/>
                <a:cs typeface="DejaVu Sans"/>
              </a:rPr>
              <a:t>Tiêu chí hoàn thành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9FF41-8E39-4D11-8879-A7A1940F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Viết cả query syntax và method syntax. So sánh kết quả. Chuyển kết quả sang DTO gồm mã, họ tên, ngành và xếp loại.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72332-E49B-41A7-A278-8FF9A430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58CEC-65D5-46A3-AA67-B12EB0D4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1810629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BE673-5763-46A2-ACD5-FF91EE27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78089-9F92-458A-B2D6-6DA030C3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THỰC HÀNH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3358C-024E-4AA8-8986-8A6D2C7E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Thực hành 2: tìm kiếm và thống kê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22C94-7375-442F-802E-7A229706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793E"/>
          </a:solidFill>
          <a:ln xmlns:a="http://schemas.openxmlformats.org/drawingml/2006/main" w="9525">
            <a:solidFill>
              <a:srgbClr val="E879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55949-86C1-4F88-B1CE-F52381D6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BF8BB-DF38-4659-A144-97B65C3C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14B62-9F79-464C-8F21-C4791344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NHIỆM VỤ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84DA8-B915-4499-8793-8FD5EE37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Viết chức năng nhận từ khóa, chuyên ngành, điểm tối thiểu, số trang và kích thước trang. Regex tìm trong mã, họ tên hoặc email; LINQ lọc, sắp xếp và phân trang.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B997A-8930-4C50-8E63-1E75C80C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1028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0C5A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ACF1F-4513-4763-85FB-D2DC92C7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B451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9B451C"/>
                </a:solidFill>
                <a:latin typeface="DejaVu Sans"/>
                <a:ea typeface="DejaVu Sans"/>
                <a:cs typeface="DejaVu Sans"/>
              </a:rPr>
              <a:t>Tiêu chí hoàn thành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0EB9B-203F-407E-A064-3F6CAAE0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Thống kê thêm số sinh viên và điểm trung bình theo chuyên ngành. Kiểm tra trường hợp từ khóa chứa ký tự Regex đặc biệt.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614A8-FA60-49DF-B98E-09D84C1D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DDCBA-5BB6-4761-9D66-98397F89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59063875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51265-28E4-4ED2-A230-4FE9343F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6F3D4-F61B-48CF-BC67-63B7E45C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88874-EBB7-486A-8B05-6ACC8AC7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Tự kiểm tra nhanh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B387C-D1FF-493F-9D65-12526C38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D05C7-C985-42B0-BF22-4C9AA069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3BF2C-1D10-45A1-9D3D-35C87CDD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CÂU HỎI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FDD4F-52CD-4F00-8818-5B4E4A92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ĐÁP ÁN NGẮN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F7A52-208C-48BD-8148-200B4FF2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F9509-E024-4209-8103-9C39E1DC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121A2-28A4-4EBF-BCD5-9C58160F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1. Lambda khác method có tên thế nào?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2. Where và Select khác nhau ra sao?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3. Khi nào query LINQ thực thi?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4. FirstOrDefault khác SingleOrDefault thế nào?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5. Vì sao nên dùng Regex.Escape?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2D06A-98A9-425D-8654-DFB15BBF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1. Lambda là hàm ẩn danh.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2. Where lọc, Select biến đổi.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3. Khi duyệt hoặc gọi toán tử thực thi.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4. Single yêu cầu tối đa một kết quả.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5. Để từ khóa được hiểu là văn bản thường.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21D66-F4AF-43DF-BC23-1E13FDB1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0835A-C423-4AA3-95A6-C2302FA2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26754923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FAC08-B491-42D9-96ED-CA4139DC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9525">
            <a:solidFill>
              <a:srgbClr val="12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08400-2BB9-4322-8C4F-9D5F35A2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FD7EA"/>
                </a:solidFill>
                <a:latin typeface="DejaVu Sans"/>
                <a:ea typeface="DejaVu Sans"/>
                <a:cs typeface="DejaVu Sans"/>
              </a:rPr>
              <a:t>BÀI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CCA77-5A86-44FF-B271-BCBA530B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Kết luận bài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F217B-9BB7-4A02-88C1-74240A36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2B6E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60F44-FD28-457F-8865-A8020DEB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6B070-FE81-4A49-BAA1-92A6FF03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A63"/>
                </a:solidFill>
                <a:latin typeface="DejaVu Sans"/>
                <a:ea typeface="DejaVu Sans"/>
                <a:cs typeface="DejaVu Sans"/>
              </a:rPr>
              <a:t>KIẾN THỨC TRỌNG TÂM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8FB6F-31E7-4E56-8C9B-C7D452DE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8793E"/>
                </a:solidFill>
                <a:latin typeface="DejaVu Sans"/>
                <a:ea typeface="DejaVu Sans"/>
                <a:cs typeface="DejaVu Sans"/>
              </a:rPr>
              <a:t>CHUẨN BỊ CHO BÀI TIẾP THEO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997DD-3317-4371-AE9C-D97FE8F1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2578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46546-CEE8-45D7-AC77-41E3FF47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149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E4F4ED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E75A7-27A4-4F7B-BE00-8B4711C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Lambda biểu diễn hành vi ngắn gọn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LINQ truy vấn collection có kiểm tra kiểu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Where lọc, Select biến đổi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GroupBy tạo báo cáo theo nhóm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Deferred execution ảnh hưởng kết quả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Regex kiểm tra và trích xuất chuỗi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5F4BF-6CBA-4B2F-AEB0-21F0C0AD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196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Hoàn thiện chức năng tìm kiếm Student.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Chuẩn bị: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Windows Forms controls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Event handling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Data binding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ErrorProvider</a:t>
            </a:r>
          </a:p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B3A"/>
                </a:solidFill>
                <a:latin typeface="DejaVu Sans"/>
                <a:ea typeface="DejaVu Sans"/>
                <a:cs typeface="DejaVu Sans"/>
              </a:rPr>
              <a:t>• Tổ chức giao diện quản lý sinh viên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77365-AEAF-4438-933F-B1A8FB38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Chu Thị Minh Huệ  •  Lập trình nâng cao với C#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25227-5527-4A2A-B4F7-36EC9210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865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718394"/>
                </a:solidFill>
                <a:latin typeface="DejaVu Sans"/>
                <a:ea typeface="DejaVu Sans"/>
                <a:cs typeface="DejaVu Sans"/>
              </a:rPr>
              <a:t>Lambda • LINQ •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27148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2026-09-18T09:41:35.6520000Z</dcterms:created>
  <dcterms:modified xsi:type="dcterms:W3CDTF">2026-09-18T09:41:35.6520000Z</dcterms:modified>
</coreProperties>
</file>