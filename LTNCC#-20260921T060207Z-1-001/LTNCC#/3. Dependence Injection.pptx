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9" r:id="rId4"/>
    <p:sldId id="263" r:id="rId5"/>
    <p:sldId id="266" r:id="rId6"/>
    <p:sldId id="267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E33331-E68D-4DAE-AFE7-B4BCDD8E76F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65544-78FB-44C3-BD30-B6B7EDD55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649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7DD94-ED10-7CAA-3337-5FB389031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47C3F-6FED-3705-AEB5-1FFDD7E995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2970A-CE1A-3651-D4E4-324DD0734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CC8F-64E1-474A-A630-701D904D231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2C049-A609-3F42-C743-167DE91A9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323C7-EEDF-EE8F-B47F-972DDB66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5B53-27F1-46BA-8D54-EC3C5824A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964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69050-ACC7-28A2-66D7-25DC1E831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3188B-0002-94C9-00C8-BBDA402F0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414F4-CF74-0B20-8799-E561BFDEA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CC8F-64E1-474A-A630-701D904D231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EEE98-862C-31DB-099A-80D954CD4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DAE25-EEB0-BB3B-C1CE-58FCAFF84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5B53-27F1-46BA-8D54-EC3C5824A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03FF2-0A04-8F3D-631F-F0EBC5C14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65575-44FD-268B-FAF6-43F152CEB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A08C0-A256-AC09-8462-B03FC010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CC8F-64E1-474A-A630-701D904D231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A4128-C02F-2D22-9613-3FA08B376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7CA43-31E6-48EA-5DF8-220513773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5B53-27F1-46BA-8D54-EC3C5824A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571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86CF5-6188-3BDE-9282-DDCDAF7B5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4215C-F333-B804-0D19-55180998CE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EC0F7-041C-947C-B7C7-4C1416F0B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C5EBC-AFFB-0D33-597B-1F760354A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CC8F-64E1-474A-A630-701D904D231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503D2-EB3A-E330-270C-1255C63AB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2EB1B-A15B-1153-70BC-BF59212FB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5B53-27F1-46BA-8D54-EC3C5824A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76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CED70-EB51-1CF8-24FF-18EF0CBC7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844CB-EC64-D370-584A-BE76169CC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CB440-8203-8AC3-FFF3-53B7DBE8F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71E4F-3386-1481-AE46-8AE49D768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1E4882-6AB7-8EC2-F106-905352A8EE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B2B22-35AB-CFC0-2BC7-64585AEA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CC8F-64E1-474A-A630-701D904D231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95CB95-8EEB-FB21-7D83-3F45ABCD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E59F9B-EE26-0D6B-8BED-E51A5134C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5B53-27F1-46BA-8D54-EC3C5824A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83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B2709-7D8D-7DE4-DE68-D1951DFFC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276280-D8C2-6A7F-C6F9-F4BCD1C91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CC8F-64E1-474A-A630-701D904D231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1241C5-B0C9-1A8B-F9CD-63E8CBBA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29278-8336-9AEC-D146-9B45D664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5B53-27F1-46BA-8D54-EC3C5824A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56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FA116C-7450-FF57-5EE3-8DAB4C8AD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CC8F-64E1-474A-A630-701D904D231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BBDCBE-E8F6-5212-54D5-F21FC19E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3D135-C433-58F8-D426-E9443FC07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5B53-27F1-46BA-8D54-EC3C5824A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69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52233-9642-B903-C4E8-5E9FAF156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CEEA8-607B-8BE8-D936-0CC5E09FF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6A14D-ACF8-7F4A-78AA-C739E7BDB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DEF65-5A56-B7FB-E0FD-972E3533B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CC8F-64E1-474A-A630-701D904D231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885F3-54C4-436E-610F-7B4A5E5F5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8E3BE-90A6-6431-A318-A8F624D7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5B53-27F1-46BA-8D54-EC3C5824A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73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9D6C-D879-5834-6D9C-0882A3E29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895C5-71DA-2826-E60B-808FE67E6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DB233-69AF-85E2-C371-1F77D6EED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A20F5-0CB1-8141-54CE-F3AD85802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CC8F-64E1-474A-A630-701D904D231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7BCB0-A28E-34EF-F8E7-AEE406BC0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94A0E-BBDB-DF9D-F4D7-21CE135E4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5B53-27F1-46BA-8D54-EC3C5824A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13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05390-1023-59EB-5261-3353C6A79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AC4AEF-1FA4-4DA3-4F27-B12B7986AF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1D481-CA7A-5435-C194-98DEB70B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CC8F-64E1-474A-A630-701D904D231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2A6EC-16EC-0974-CB40-5803951B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77C5F-C408-A8EC-A235-29F29D585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5B53-27F1-46BA-8D54-EC3C5824A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63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0F312-4E86-E995-C645-6BFD78C300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FF633E-C6C5-965C-60FE-859579C39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F1B15-1F25-02A4-C744-BCEFE5B98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CC8F-64E1-474A-A630-701D904D231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5283A-AF99-DA7A-B849-0D65B80A2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7C5BB-7710-F299-A673-846E2E351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B5B53-27F1-46BA-8D54-EC3C5824A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60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F5B652-DD6D-BD7D-4ABE-927746352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2286E-6B27-281F-EF7E-B6509343A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BD06F-5B85-9CE2-E290-8A52B204B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5CC8F-64E1-474A-A630-701D904D2315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F071B-372F-3F7E-144C-1B29E36ECB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1BA5C-D09A-0803-1F39-CD02A0CFA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B5B53-27F1-46BA-8D54-EC3C5824A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30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otnet/architecture/modern-web-apps-azure/architectural-principles#dependency-inversio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2D4CF-1FEF-F419-B081-160DEC0D20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.NET dependency injection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A2E05A-0B71-662B-2DD4-069B55959E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602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F58C6-7A2D-59BD-568C-D3E256B87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Dependence Injection </a:t>
            </a:r>
            <a:r>
              <a:rPr lang="en-US" b="1" dirty="0" err="1"/>
              <a:t>là</a:t>
            </a:r>
            <a:r>
              <a:rPr lang="en-US" b="1" dirty="0"/>
              <a:t> </a:t>
            </a:r>
            <a:r>
              <a:rPr lang="en-US" b="1" dirty="0" err="1"/>
              <a:t>gì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73692-6D6A-DC45-60F1-0BC4149C9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Dependency injection is a design pattern that allows you to remove hard-coded dependencies and make your application more maintainable and testable. DI is a technique for achieving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Inversion of Control (IoC)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between classes and their dependencies.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031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B8603-459C-4237-A7EA-E1EF1F219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4A9FD-466F-87A7-49C2-BF39A255D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Triển</a:t>
            </a:r>
            <a:r>
              <a:rPr lang="en-US" b="1" dirty="0"/>
              <a:t> </a:t>
            </a:r>
            <a:r>
              <a:rPr lang="en-US" b="1" dirty="0" err="1"/>
              <a:t>khai</a:t>
            </a:r>
            <a:r>
              <a:rPr lang="en-US" b="1" dirty="0"/>
              <a:t> Dependence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A0771-6B79-9AB1-0CEB-829490AAC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vi-VN" sz="2400" b="1" dirty="0"/>
              <a:t>Dependency Injection (DI)</a:t>
            </a:r>
            <a:r>
              <a:rPr lang="vi-VN" sz="2400" dirty="0"/>
              <a:t> là một </a:t>
            </a:r>
            <a:r>
              <a:rPr lang="vi-VN" sz="2400" b="1" dirty="0"/>
              <a:t>design pattern</a:t>
            </a:r>
            <a:r>
              <a:rPr lang="vi-VN" sz="2400" dirty="0"/>
              <a:t> cho phép cung cấp (inject) các phụ thuộc (dependencies) từ bên ngoài vào một lớp thay vì để lớp đó tự tạo.</a:t>
            </a:r>
          </a:p>
          <a:p>
            <a:pPr>
              <a:lnSpc>
                <a:spcPct val="100000"/>
              </a:lnSpc>
            </a:pPr>
            <a:r>
              <a:rPr lang="vi-VN" sz="2400" dirty="0"/>
              <a:t>Mục tiêu: </a:t>
            </a:r>
            <a:r>
              <a:rPr lang="vi-VN" sz="2400" b="1" dirty="0"/>
              <a:t>giảm phụ thuộc chặt chẽ (loose coupling)</a:t>
            </a:r>
            <a:r>
              <a:rPr lang="vi-VN" sz="2400" dirty="0"/>
              <a:t>, </a:t>
            </a:r>
            <a:r>
              <a:rPr lang="vi-VN" sz="2400" b="1" dirty="0"/>
              <a:t>dễ mở rộng</a:t>
            </a:r>
            <a:r>
              <a:rPr lang="vi-VN" sz="2400" dirty="0"/>
              <a:t>, và </a:t>
            </a:r>
            <a:r>
              <a:rPr lang="vi-VN" sz="2400" b="1" dirty="0"/>
              <a:t>dễ kiểm thử (testability)</a:t>
            </a:r>
            <a:r>
              <a:rPr lang="vi-VN" sz="2400" dirty="0"/>
              <a:t>.</a:t>
            </a:r>
          </a:p>
          <a:p>
            <a:pPr>
              <a:lnSpc>
                <a:spcPct val="100000"/>
              </a:lnSpc>
            </a:pPr>
            <a:r>
              <a:rPr lang="vi-VN" sz="2400" dirty="0"/>
              <a:t>Trong </a:t>
            </a:r>
            <a:r>
              <a:rPr lang="vi-VN" sz="2400" b="1" dirty="0"/>
              <a:t>.NET Core</a:t>
            </a:r>
            <a:r>
              <a:rPr lang="vi-VN" sz="2400" dirty="0"/>
              <a:t>, DI là </a:t>
            </a:r>
            <a:r>
              <a:rPr lang="vi-VN" sz="2400" b="1" dirty="0"/>
              <a:t>built-in</a:t>
            </a:r>
            <a:r>
              <a:rPr lang="vi-VN" sz="2400" dirty="0"/>
              <a:t> (tích hợp sẵn), không cần thêm thư viện ngoài.</a:t>
            </a: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33646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EAD71-6283-9E21-AFEF-BDF08C05D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E4B06-FE49-3DC4-B2D1-DBCA81DB5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Triển</a:t>
            </a:r>
            <a:r>
              <a:rPr lang="en-US" b="1" dirty="0"/>
              <a:t> </a:t>
            </a:r>
            <a:r>
              <a:rPr lang="en-US" b="1" dirty="0" err="1"/>
              <a:t>khai</a:t>
            </a:r>
            <a:r>
              <a:rPr lang="en-US" b="1" dirty="0"/>
              <a:t> Dependence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855C8-E659-E18A-2EAD-D32811883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1.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Install Library (Cài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đặt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thư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viện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DI):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Microsoft.Extensions.DependencyInjection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2.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Interfaces (Định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nghĩa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interface) 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3. Implement the Interface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76F6A1-5A4F-287E-81CC-CB9349735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779" y="2724402"/>
            <a:ext cx="4078621" cy="2361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6ECEBE-B114-A5E5-FEEC-7558E60A0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844" y="2724401"/>
            <a:ext cx="4244787" cy="376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942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32BEC-B44C-B467-9987-6A26AF0D6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FA8D1-C4F5-32E0-8197-1EEFD1483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Triển</a:t>
            </a:r>
            <a:r>
              <a:rPr lang="en-US" b="1" dirty="0"/>
              <a:t> </a:t>
            </a:r>
            <a:r>
              <a:rPr lang="en-US" b="1" dirty="0" err="1"/>
              <a:t>khai</a:t>
            </a:r>
            <a:r>
              <a:rPr lang="en-US" b="1" dirty="0"/>
              <a:t> Dependence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91432-9CFD-33E9-396E-8C1913638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4.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Refactor c</a:t>
            </a:r>
            <a:r>
              <a:rPr lang="en-US" altLang="en-US" sz="2000" dirty="0">
                <a:latin typeface="Arial" panose="020B0604020202020204" pitchFamily="34" charset="0"/>
              </a:rPr>
              <a:t>lasses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depend on the interface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3FD227-3D83-712C-64D3-2E3D8E711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829" y="2520421"/>
            <a:ext cx="5858693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879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BCC0D-8028-FAE2-0E70-2D4A4C950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D7291-D789-3F8B-E0FA-B14F9A5C8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Triển</a:t>
            </a:r>
            <a:r>
              <a:rPr lang="en-US" b="1" dirty="0"/>
              <a:t> </a:t>
            </a:r>
            <a:r>
              <a:rPr lang="en-US" b="1" dirty="0" err="1"/>
              <a:t>khai</a:t>
            </a:r>
            <a:r>
              <a:rPr lang="en-US" b="1" dirty="0"/>
              <a:t> Dependence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6780D-5731-F6D2-1ACE-A03D1EA80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5. </a:t>
            </a:r>
            <a:r>
              <a:rPr lang="it-IT" sz="2000" dirty="0"/>
              <a:t>Register Services in DI Container (Program.cs)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EE89D5-FF75-B95D-B979-9A6E83010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592" y="2433347"/>
            <a:ext cx="9250066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144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52362-1350-8825-2810-E42515053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BE2D-BD0E-67AA-E902-DE24ECA24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Triển</a:t>
            </a:r>
            <a:r>
              <a:rPr lang="en-US" b="1" dirty="0"/>
              <a:t> </a:t>
            </a:r>
            <a:r>
              <a:rPr lang="en-US" b="1" dirty="0" err="1"/>
              <a:t>khai</a:t>
            </a:r>
            <a:r>
              <a:rPr lang="en-US" b="1" dirty="0"/>
              <a:t> Dependence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0BCE6-D21B-80D0-DD99-AD58CC4D5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34475" cy="435133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6</a:t>
            </a:r>
            <a:r>
              <a:rPr lang="en-US" altLang="en-US" sz="2000" dirty="0">
                <a:latin typeface="Arial" panose="020B0604020202020204" pitchFamily="34" charset="0"/>
              </a:rPr>
              <a:t>.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Inject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StudentBuss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into Form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err="1"/>
              <a:t>B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ằng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cách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truyền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vào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thông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phương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thức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khởi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tạo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C998F-2D2B-5431-3FDB-99CCBB642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0" y="2630331"/>
            <a:ext cx="7058025" cy="413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4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</TotalTime>
  <Words>215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Arial Unicode MS</vt:lpstr>
      <vt:lpstr>Office Theme</vt:lpstr>
      <vt:lpstr>.NET dependency injection</vt:lpstr>
      <vt:lpstr>Dependence Injection là gì</vt:lpstr>
      <vt:lpstr>Triển khai Dependence Injection</vt:lpstr>
      <vt:lpstr>Triển khai Dependence Injection</vt:lpstr>
      <vt:lpstr>Triển khai Dependence Injection</vt:lpstr>
      <vt:lpstr>Triển khai Dependence Injection</vt:lpstr>
      <vt:lpstr>Triển khai Dependence Injection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 Hue</dc:creator>
  <cp:lastModifiedBy>Chu Hue</cp:lastModifiedBy>
  <cp:revision>7</cp:revision>
  <dcterms:created xsi:type="dcterms:W3CDTF">2025-09-07T03:47:37Z</dcterms:created>
  <dcterms:modified xsi:type="dcterms:W3CDTF">2025-09-09T08:50:01Z</dcterms:modified>
</cp:coreProperties>
</file>