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0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73CF56-5027-4C1F-BDAB-EE4FA807113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2485A0-798F-4C90-9DE5-28D867564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487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just-in-time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485A0-798F-4C90-9DE5-28D86756416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546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108A6-8E6E-4412-20F4-5D28554EA7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1915D1-5DA9-768C-A815-BD6971442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1CC41-7080-E725-81C7-3CBA005EF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3EEA4-853E-44CE-A5B4-7485E0D8920A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576C2-89EB-5C67-EAA2-F9DED97D6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2DACC-21E1-CAD3-CAC3-74A3C325E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EAAF-D8DA-4787-A163-42CF8322D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293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42985-F8B2-A1C9-AD92-AE2998ECA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13329-EC4E-2513-A698-DD18B8CBB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4F542-D498-9C64-9530-93115EBFD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3EEA4-853E-44CE-A5B4-7485E0D8920A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912CC-1C84-1AFD-3065-2FA9D7452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45ABC-A3D0-51B1-82DC-5288D01D7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EAAF-D8DA-4787-A163-42CF8322D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23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8FEE7-D95F-855C-9008-5BE170AD9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096160-CBE4-0C40-666B-9B63B4075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4ABF5-6CBE-7BA8-5C6A-58A7A19EA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3EEA4-853E-44CE-A5B4-7485E0D8920A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A0A86-74A2-931B-5848-D619AE688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D2B1B-A4C5-7177-0967-C7E18D341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EAAF-D8DA-4787-A163-42CF8322D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462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220AD-D5CD-26C2-6C07-2A330D732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F50BB-1174-9254-0F66-9B96B9945F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40BF8B-54C7-CE33-D64E-21D406552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F7802-7D9C-837D-01CF-BD5DF971E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3EEA4-853E-44CE-A5B4-7485E0D8920A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90564D-F296-5D0C-7998-A8EAD7B11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241645-55B4-CC73-00DD-8DD893ED1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EAAF-D8DA-4787-A163-42CF8322D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1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B6CE8-DAF4-43D4-22F3-FEC21B22E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FA00D4-F187-F15E-369F-B8CDA8A2A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7B8485-01B6-0CB3-8E94-2C84A9176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84BCD2-CE90-65EB-B13F-FBE0BE3261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112036-8265-5716-B350-A618261340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A9496B-6C6C-2034-EDC3-61421FEB8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3EEA4-853E-44CE-A5B4-7485E0D8920A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6A77EE-765C-36C7-E2F3-98A35C5BD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A95E15-F58C-9F13-4D82-8E14C6FFA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EAAF-D8DA-4787-A163-42CF8322D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604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0288A-E351-8682-F821-4B8BE6B23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0758F1-3956-721B-EA40-2FDEC7D5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3EEA4-853E-44CE-A5B4-7485E0D8920A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64203-A428-1C9C-B936-EFAD8ECC4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BD021-8748-41AA-D689-4B89541D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EAAF-D8DA-4787-A163-42CF8322D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70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E9DC30-D00F-DD5C-56E2-80659F0F0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3EEA4-853E-44CE-A5B4-7485E0D8920A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75131C-A8AA-411C-1892-2FED5DFAA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97F2D-2C5B-1BA0-B93D-77CF8104C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EAAF-D8DA-4787-A163-42CF8322D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670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D566B-C2AB-6993-B57C-DA4A87BFC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81EC2-4F3C-91E9-22CB-05C3E6461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1EE2BB-4CF8-6FB0-CBE5-7685B7957F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22E05-41C1-50C2-CE61-E38901763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3EEA4-853E-44CE-A5B4-7485E0D8920A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88F9E-C9E1-5C60-4C13-ECE8EEE06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7B391-3116-FA1C-B6EF-6969F6DE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EAAF-D8DA-4787-A163-42CF8322D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6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0DCE1-89C0-468B-B067-BC2C0D28A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B3BAB9-4FCE-2D10-6C69-60C2EB5DB1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6B1066-0FC1-7C4C-3C6E-47E427255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E5C8E-9AE1-8BF1-6F19-2B8E15692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3EEA4-853E-44CE-A5B4-7485E0D8920A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13F27-8892-36FB-A9A2-A350DC826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B34BA2-0C18-209F-B4B0-B3940E194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EAAF-D8DA-4787-A163-42CF8322D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739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A8685-E80E-DCF7-EE6C-49921BA91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54E00-8668-17E6-81EC-4F1BBB584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B8ED9-A604-7C4C-6CC1-F789E2708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3EEA4-853E-44CE-A5B4-7485E0D8920A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A99B-5B81-C5CF-8A1D-956B8D519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EA28C-B45A-B2C7-3856-1AE8A6A65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EAAF-D8DA-4787-A163-42CF8322D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327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1ECF55-97D3-2A3B-5A32-6E7384D8C4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23872E-6901-6F47-0CC1-39034F026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E4552-188E-4F35-BEC3-BD4741B94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3EEA4-853E-44CE-A5B4-7485E0D8920A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A667F-2C3B-64EA-2351-E2DAB738E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81007-FAE0-A50A-C4BB-05FA10F9E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EAAF-D8DA-4787-A163-42CF8322D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7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3D85A9-969D-8DAC-5130-9BDC54665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3AD0F-780F-B927-E9FF-2D8E03A15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236B5-3017-F88D-DA40-9976202630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03EEA4-853E-44CE-A5B4-7485E0D8920A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8BE5E-635A-F3AC-EDA8-FDB1991598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10039-30A6-C145-34A3-755218076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FEEAAF-D8DA-4787-A163-42CF8322D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939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tnet.microsoft.com/en-us/apps/xamarin" TargetMode="External"/><Relationship Id="rId2" Type="http://schemas.openxmlformats.org/officeDocument/2006/relationships/hyperlink" Target="https://www.mono-project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B3EF4-800D-95B4-139E-D02A6045E2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.Net</a:t>
            </a:r>
            <a:r>
              <a:rPr lang="en-US" dirty="0"/>
              <a:t> Frame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D5C6C2-DFFC-4620-773A-656C60D4ED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223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71648A-6161-AAB5-4514-3F3D967FB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Evolution of .NET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9E6E6C-09EE-268E-C350-5B0BB3BC1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 anchorCtr="0">
            <a:norm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.NET Framework was released in 2002 on version 1.0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 2004, the .NET Foundation introduced </a:t>
            </a:r>
            <a:r>
              <a:rPr lang="en-US" sz="2000" u="sng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Mono Framework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 to support Linux and other platforms that the .NET Framework did not support. </a:t>
            </a:r>
            <a:r>
              <a:rPr lang="en-US" sz="2000" u="sng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Xamarin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the mobile application development framework, was based on Mono</a:t>
            </a:r>
          </a:p>
          <a:p>
            <a:r>
              <a:rPr lang="en-US" sz="2000"/>
              <a:t>In 2016, Microsoft introduced .NET Core 1.0. This was a significant milestone as .NET Core supported cross-platform 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1FF4807-40EE-9AE6-1962-FF0578949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532" y="3246943"/>
            <a:ext cx="5150277" cy="2188867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002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BBA694-97FA-B2B5-557A-519ED93B9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3BD81022-2A9F-5DEC-F686-4F969C7A2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23F92F-0FA5-AD2E-E4A5-8A9449993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Evolution of .NET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84E16F0-D3A2-4B3A-ECD6-244F79378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6009A7C-74D1-3C17-91AE-E1F770EBF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46B8099-2707-C480-A0C6-5FD2C168F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4893D1E-1C6A-E7D6-C97A-40EE7585B8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4617" y="1685378"/>
            <a:ext cx="7478457" cy="502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985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D970BD-0CB0-B429-2715-F53AB37D6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BE48C928-603A-2719-E468-D3033CB4A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3B782F-11D1-1F28-6E67-E74E7754B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Evolution of .NET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E71B9C1-CF99-5603-3D28-8B0113485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B3FA4E0-1FC5-C1DE-03DC-F66A7BED6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C958923-FEB2-E133-811A-D72794BC3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 anchorCtr="0">
            <a:normAutofit/>
          </a:bodyPr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D12FB1E-886C-DA93-B556-8587E3695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57FFBD-E66D-ECF1-FD34-65167148A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31" y="1685378"/>
            <a:ext cx="10202699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507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D9682E-9684-7161-20F5-7C057DA2B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222F9566-1084-E5FB-7AA2-0F708EF63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4626E6-74BD-7649-B2D3-0968716DA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Evolution of .NET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38603D6-D0A0-83FA-8B4D-53EEFB4CD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81C1CBA-FF6E-ECF9-CF45-9E0D630AA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724E69E7-F56C-DE54-F9C3-F451EA870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 anchorCtr="0">
            <a:normAutofit/>
          </a:bodyPr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6946808-E8B4-4990-694D-6A20F77BE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6602C6-3517-C173-6182-895EB78AB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38" y="1889612"/>
            <a:ext cx="9685633" cy="45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466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EB3A02-65D1-F440-C2D4-BA581B54A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D8E524E2-A503-2580-0F7B-5F49A333F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1F4E46-A5DF-345F-8087-6B15B5401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dirty="0"/>
              <a:t>Code Execution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6C88DC5-AA7D-3EB1-1ACE-BDE091A4D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2FE0C40-8577-2D29-42E0-8ECB2FD9E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B081460-5399-6EBD-CC64-E23D0D942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 anchorCtr="0">
            <a:normAutofit/>
          </a:bodyPr>
          <a:lstStyle/>
          <a:p>
            <a:r>
              <a:rPr lang="en-US" dirty="0"/>
              <a:t>Choosing a compiler</a:t>
            </a:r>
          </a:p>
          <a:p>
            <a:r>
              <a:rPr lang="en-US" dirty="0"/>
              <a:t>Compiling your code to MSIL (Microsoft Intermediate Language)</a:t>
            </a:r>
          </a:p>
          <a:p>
            <a:r>
              <a:rPr lang="en-US" dirty="0"/>
              <a:t>Compiling MSIL to native code</a:t>
            </a:r>
          </a:p>
          <a:p>
            <a:r>
              <a:rPr lang="en-US" dirty="0"/>
              <a:t>Running code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AA5CDB3-1FB6-CF8F-87E1-E67507255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BAD19-1B9E-FD95-926E-0E6CB4087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461" y="3527054"/>
            <a:ext cx="4846370" cy="28105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31D836-7166-E256-ADC1-3318F86F00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021" y="181422"/>
            <a:ext cx="4636082" cy="259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065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</TotalTime>
  <Words>114</Words>
  <Application>Microsoft Office PowerPoint</Application>
  <PresentationFormat>Widescreen</PresentationFormat>
  <Paragraphs>15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.Net Frame work</vt:lpstr>
      <vt:lpstr>Evolution of .NET</vt:lpstr>
      <vt:lpstr>Evolution of .NET</vt:lpstr>
      <vt:lpstr>Evolution of .NET</vt:lpstr>
      <vt:lpstr>Evolution of .NET</vt:lpstr>
      <vt:lpstr>Code Execution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 Hue</dc:creator>
  <cp:lastModifiedBy>Chu Hue</cp:lastModifiedBy>
  <cp:revision>1</cp:revision>
  <dcterms:created xsi:type="dcterms:W3CDTF">2025-08-30T03:33:30Z</dcterms:created>
  <dcterms:modified xsi:type="dcterms:W3CDTF">2025-08-30T14:17:16Z</dcterms:modified>
</cp:coreProperties>
</file>